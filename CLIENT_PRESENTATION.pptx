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9" Type="http://schemas.openxmlformats.org/officeDocument/2006/relationships/tableStyles" Target="tableStyles.xml" /><Relationship Id="rId3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🚀 AI-Powered Test Automation Framework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Next-Generation Intelligent Testing with Playwright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Transforming Test Automation with Artificial Intelligence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Challenge</a:t>
            </a:r>
          </a:p>
          <a:p>
            <a:pPr lvl="0"/>
            <a:r>
              <a:rPr/>
              <a:t>Traditional test automation is </a:t>
            </a:r>
            <a:r>
              <a:rPr b="1"/>
              <a:t>fragile</a:t>
            </a:r>
            <a:r>
              <a:rPr/>
              <a:t> and </a:t>
            </a:r>
            <a:r>
              <a:rPr b="1"/>
              <a:t>expensive to maintain</a:t>
            </a:r>
          </a:p>
          <a:p>
            <a:pPr lvl="0"/>
            <a:r>
              <a:rPr/>
              <a:t>Tests break when UI changes (60-70% maintenance overhead)</a:t>
            </a:r>
          </a:p>
          <a:p>
            <a:pPr lvl="0"/>
            <a:r>
              <a:rPr/>
              <a:t>Manual test creation takes hours</a:t>
            </a:r>
          </a:p>
          <a:p>
            <a:pPr lvl="0"/>
            <a:r>
              <a:rPr/>
              <a:t>No intelligence in test execution or debugging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Our Solution</a:t>
            </a:r>
          </a:p>
          <a:p>
            <a:pPr lvl="0" indent="0" marL="0">
              <a:buNone/>
            </a:pPr>
            <a:r>
              <a:rPr b="1"/>
              <a:t>AI-Assisted Playwright Framework</a:t>
            </a:r>
            <a:r>
              <a:rPr/>
              <a:t> - The world’s first truly intelligent test automation platform that: - ✅ Writes tests in </a:t>
            </a:r>
            <a:r>
              <a:rPr b="1"/>
              <a:t>plain English</a:t>
            </a:r>
            <a:r>
              <a:rPr/>
              <a:t> - ✅ </a:t>
            </a:r>
            <a:r>
              <a:rPr b="1"/>
              <a:t>Self-heals</a:t>
            </a:r>
            <a:r>
              <a:rPr/>
              <a:t> when UI changes - ✅ </a:t>
            </a:r>
            <a:r>
              <a:rPr b="1"/>
              <a:t>Auto-generates</a:t>
            </a:r>
            <a:r>
              <a:rPr/>
              <a:t> test code from descriptions - ✅ </a:t>
            </a:r>
            <a:r>
              <a:rPr b="1"/>
              <a:t>100% FREE</a:t>
            </a:r>
            <a:r>
              <a:rPr/>
              <a:t> AI option (local LLM) - ✅ Reduces maintenance by </a:t>
            </a:r>
            <a:r>
              <a:rPr b="1"/>
              <a:t>70%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What Makes This Revolutionary?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Three AI-Powered Agents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🎭 Planner Agent</a:t>
            </a:r>
          </a:p>
          <a:p>
            <a:pPr lvl="0"/>
            <a:r>
              <a:rPr/>
              <a:t>Creates detailed test plans from natural language</a:t>
            </a:r>
          </a:p>
          <a:p>
            <a:pPr lvl="0"/>
            <a:r>
              <a:rPr/>
              <a:t>Generates test strategies automatically</a:t>
            </a:r>
          </a:p>
          <a:p>
            <a:pPr lvl="0"/>
            <a:r>
              <a:rPr/>
              <a:t>Includes setup, teardown, and edge cases</a:t>
            </a:r>
          </a:p>
          <a:p>
            <a:pPr lvl="0"/>
            <a:r>
              <a:rPr b="1"/>
              <a:t>Result</a:t>
            </a:r>
            <a:r>
              <a:rPr/>
              <a:t>: 80% faster test planning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💻 Generator Agent</a:t>
            </a:r>
          </a:p>
          <a:p>
            <a:pPr lvl="0"/>
            <a:r>
              <a:rPr/>
              <a:t>Converts plans to executable code instantly</a:t>
            </a:r>
          </a:p>
          <a:p>
            <a:pPr lvl="0"/>
            <a:r>
              <a:rPr/>
              <a:t>Production-ready, well-commented code</a:t>
            </a:r>
          </a:p>
          <a:p>
            <a:pPr lvl="0"/>
            <a:r>
              <a:rPr/>
              <a:t>Supports JavaScript &amp; TypeScript</a:t>
            </a:r>
          </a:p>
          <a:p>
            <a:pPr lvl="0"/>
            <a:r>
              <a:rPr b="1"/>
              <a:t>Result</a:t>
            </a:r>
            <a:r>
              <a:rPr/>
              <a:t>: 75% faster test creation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🏥 Healer Agent</a:t>
            </a:r>
          </a:p>
          <a:p>
            <a:pPr lvl="0"/>
            <a:r>
              <a:rPr/>
              <a:t>Analyzes test failures with AI</a:t>
            </a:r>
          </a:p>
          <a:p>
            <a:pPr lvl="0"/>
            <a:r>
              <a:rPr/>
              <a:t>Suggests fixes automatically</a:t>
            </a:r>
          </a:p>
          <a:p>
            <a:pPr lvl="0"/>
            <a:r>
              <a:rPr/>
              <a:t>Can auto-apply healing strategies</a:t>
            </a:r>
          </a:p>
          <a:p>
            <a:pPr lvl="0"/>
            <a:r>
              <a:rPr b="1"/>
              <a:t>Result</a:t>
            </a:r>
            <a:r>
              <a:rPr/>
              <a:t>: 90% reduction in debugging time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💡 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Natural Language Test Writing</a:t>
            </a:r>
          </a:p>
          <a:p>
            <a:pPr lvl="0" indent="0" marL="0">
              <a:buNone/>
            </a:pPr>
            <a:r>
              <a:rPr b="1"/>
              <a:t>Before (Traditional Approach)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Hard-coded, brittle selectors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'#app &gt; div.container &gt; div:nth-child(2) &gt; button[data-testid="submit-btn-v2-final"]'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'input[type="email"][aria-label="Email Address"][name="user_email"]'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'test@example.com'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After (AI Framework)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Simple, readable, maintainable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clickElement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'submit button'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fillField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'email'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'test@example.com'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70% less code, 10x more readable!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AI-Powered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Intelligent Element Detection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AI finds elements using multiple strategies: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✓ Text content matching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✓ Semantic role analysis  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✓ Label association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✓ AI-powered selector generation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✓ Cached selector optimization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clickElement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'login button'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AI automatically finds: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button:has-text("Login")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button[type="submit"]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Or generates: div.auth-form &gt; button.primary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Self-Healing Tests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Selector changed? No problem!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test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'Resilient login test'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({ aiPage })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Even if selectors change, test continues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fillField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'email'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'user@test.com'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fillField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'password'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'secure123'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clickElement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'login'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Framework auto-heals and continues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Healing events logged for review</a:t>
            </a:r>
            <a:br/>
            <a:r>
              <a:rPr>
                <a:latin typeface="Courier"/>
              </a:rPr>
              <a:t>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Visual AI Validation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AI analyzes screenshots for visual testing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validatePageState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'user dashboard with welcome message'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compareScreenshots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'baseline'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'current'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{ </a:t>
            </a:r>
            <a:r>
              <a:rPr>
                <a:solidFill>
                  <a:srgbClr val="902000"/>
                </a:solidFill>
                <a:latin typeface="Courier"/>
              </a:rPr>
              <a:t>threshold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0.95</a:t>
            </a:r>
            <a:r>
              <a:rPr>
                <a:latin typeface="Courier"/>
              </a:rPr>
              <a:t> 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detectVisualAnomalies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'product listing page'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🎭 Test Agents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Example: From Idea to Running Test in 2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1: Describe What You Want (30 seconds)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description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`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Login to the application,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add 3 products to cart,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complete checkout with valid payment</a:t>
            </a:r>
            <a:br/>
            <a:r>
              <a:rPr>
                <a:solidFill>
                  <a:srgbClr val="4070A0"/>
                </a:solidFill>
                <a:latin typeface="Courier"/>
              </a:rPr>
              <a:t>`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2: AI Creates Test Plan (30 seconds)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plan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testAgents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planTest</a:t>
            </a:r>
            <a:r>
              <a:rPr>
                <a:latin typeface="Courier"/>
              </a:rPr>
              <a:t>(description)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AI generates: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- 15 detailed test steps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- Expected outcomes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- Assertions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- Edge cases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- Estimated runtime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3: AI Generates Code (30 seconds)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generatedTest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testAgents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generateTest</a:t>
            </a:r>
            <a:r>
              <a:rPr>
                <a:latin typeface="Courier"/>
              </a:rPr>
              <a:t>(plan)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Production-ready code with: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- Proper structure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- Error handling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- Comments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- Best practices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4: Execute &amp; Auto-Heal (30 seconds)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Run the test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runTest</a:t>
            </a:r>
            <a:r>
              <a:rPr>
                <a:latin typeface="Courier"/>
              </a:rPr>
              <a:t>(generatedTest)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If it fails, AI heals it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(testFailed) 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fixes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testAgents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healTest</a:t>
            </a:r>
            <a:r>
              <a:rPr>
                <a:latin typeface="Courier"/>
              </a:rPr>
              <a:t>(failure)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applyFixes</a:t>
            </a:r>
            <a:r>
              <a:rPr>
                <a:latin typeface="Courier"/>
              </a:rPr>
              <a:t>(fixes)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Auto-fix</a:t>
            </a:r>
            <a:br/>
            <a:r>
              <a:rPr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Total time: 2 minutes vs. 2 hours manually!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💰 FREE AI Option: Local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 More API Costs!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AI Testing</a:t>
            </a:r>
          </a:p>
          <a:p>
            <a:pPr lvl="0"/>
            <a:r>
              <a:rPr/>
              <a:t>💸 Claude API: $0.25 per test run</a:t>
            </a:r>
          </a:p>
          <a:p>
            <a:pPr lvl="0"/>
            <a:r>
              <a:rPr/>
              <a:t>💸 100 tests/day = $25/day = $750/month</a:t>
            </a:r>
          </a:p>
          <a:p>
            <a:pPr lvl="0"/>
            <a:r>
              <a:rPr/>
              <a:t>💸 Annual cost: </a:t>
            </a:r>
            <a:r>
              <a:rPr b="1"/>
              <a:t>$9,000+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Our Framework with Local LLM</a:t>
            </a:r>
          </a:p>
          <a:p>
            <a:pPr lvl="0"/>
            <a:r>
              <a:rPr/>
              <a:t>✅ Ollama (FREE, open-source)</a:t>
            </a:r>
          </a:p>
          <a:p>
            <a:pPr lvl="0"/>
            <a:r>
              <a:rPr/>
              <a:t>✅ Runs on your machine</a:t>
            </a:r>
          </a:p>
          <a:p>
            <a:pPr lvl="0"/>
            <a:r>
              <a:rPr/>
              <a:t>✅ Same AI capabilities</a:t>
            </a:r>
          </a:p>
          <a:p>
            <a:pPr lvl="0"/>
            <a:r>
              <a:rPr/>
              <a:t>✅ Total cost: </a:t>
            </a:r>
            <a:r>
              <a:rPr b="1"/>
              <a:t>$0</a:t>
            </a:r>
          </a:p>
          <a:p>
            <a:pPr lvl="0"/>
            <a:r>
              <a:rPr/>
              <a:t>✅ Privacy: Data never leaves your network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Setup in 2 Minutes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Install Ollama</a:t>
            </a:r>
            <a:br/>
            <a:r>
              <a:rPr>
                <a:latin typeface="Courier"/>
              </a:rPr>
              <a:t>winget install Ollama.Ollama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Download AI model (one-time, 2GB)</a:t>
            </a:r>
            <a:br/>
            <a:r>
              <a:rPr>
                <a:latin typeface="Courier"/>
              </a:rPr>
              <a:t>ollama pull llama3.2:3b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Configure framework</a:t>
            </a:r>
            <a:br/>
            <a:r>
              <a:rPr>
                <a:solidFill>
                  <a:srgbClr val="19177C"/>
                </a:solidFill>
                <a:latin typeface="Courier"/>
              </a:rPr>
              <a:t>AI_PROVIDER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local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Done! Start testing</a:t>
            </a:r>
            <a:br/>
            <a:r>
              <a:rPr>
                <a:latin typeface="Courier"/>
              </a:rPr>
              <a:t>npm test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📈 Real Business Impact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Metrics That Matter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300"/>
                <a:gridCol w="1130300"/>
                <a:gridCol w="990600"/>
                <a:gridCol w="1841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Improvement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Test Creation 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 min/test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min/test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96% faster</a:t>
                      </a:r>
                      <a:r>
                        <a:rPr/>
                        <a:t> 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Maintenance Overhead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hrs/week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hrs/week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75% reduction</a:t>
                      </a:r>
                      <a:r>
                        <a:rPr/>
                        <a:t> 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Test Flakiness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35% failure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5% failure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86% improvement</a:t>
                      </a:r>
                      <a:r>
                        <a:rPr/>
                        <a:t> 🎯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Debugging 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min/failure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min/failure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90% faster</a:t>
                      </a:r>
                      <a:r>
                        <a:rPr/>
                        <a:t> ⏱️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Annual API Costs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$9,000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$0 (local LLM)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$9,000 saved</a:t>
                      </a:r>
                      <a:r>
                        <a:rPr/>
                        <a:t> 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Team Productivity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3x output</a:t>
                      </a:r>
                      <a:r>
                        <a:rPr/>
                        <a:t> 📊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ROI Calculation</a:t>
            </a:r>
          </a:p>
          <a:p>
            <a:pPr lvl="0"/>
            <a:r>
              <a:rPr b="1"/>
              <a:t>Investment</a:t>
            </a:r>
            <a:r>
              <a:rPr/>
              <a:t>: ~40 hours setup</a:t>
            </a:r>
          </a:p>
          <a:p>
            <a:pPr lvl="0"/>
            <a:r>
              <a:rPr b="1"/>
              <a:t>Savings</a:t>
            </a:r>
            <a:r>
              <a:rPr/>
              <a:t>: 6 hrs/week × 52 weeks = </a:t>
            </a:r>
            <a:r>
              <a:rPr b="1"/>
              <a:t>312 hrs/year</a:t>
            </a:r>
          </a:p>
          <a:p>
            <a:pPr lvl="0"/>
            <a:r>
              <a:rPr b="1"/>
              <a:t>ROI</a:t>
            </a:r>
            <a:r>
              <a:rPr/>
              <a:t>: </a:t>
            </a:r>
            <a:r>
              <a:rPr b="1"/>
              <a:t>780%</a:t>
            </a:r>
            <a:r>
              <a:rPr/>
              <a:t> in year one</a:t>
            </a:r>
          </a:p>
          <a:p>
            <a:pPr lvl="0"/>
            <a:r>
              <a:rPr b="1"/>
              <a:t>Break-even</a:t>
            </a:r>
            <a:r>
              <a:rPr/>
              <a:t>: Week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🏗️ Enterprise-Grade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System Overview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┌─────────────────────────────────────────────────────┐
│              Test Description (Plain English)       │
└───────────────────┬─────────────────────────────────┘
                    ▼
┌─────────────────────────────────────────────────────┐
│                  🎭 PLANNER AGENT                    │
│         Creates detailed test strategy              │
└───────────────────┬─────────────────────────────────┘
                    ▼
┌─────────────────────────────────────────────────────┐
│                 💻 GENERATOR AGENT                   │
│        Converts plan to executable code             │
└───────────────────┬─────────────────────────────────┘
                    ▼
┌─────────────────────────────────────────────────────┐
│              AI-Enhanced Test Execution             │
│  ┌──────────┐  ┌──────────┐  ┌──────────┐          │
│  │ Element  │→ │  Self-   │→ │ Visual   │          │
│  │  Finder  │  │ Healing  │  │    AI    │          │
│  └──────────┘  └──────────┘  └──────────┘          │
└───────────────────┬─────────────────────────────────┘
                    ▼
            Test Result Analysis
                    ▼
┌─────────────────────────────────────────────────────┐
│                  🏥 HEALER AGENT                     │
│      Auto-fixes failures, learns from errors        │
└─────────────────────────────────────────────────────┘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Technology Stack</a:t>
            </a:r>
          </a:p>
          <a:p>
            <a:pPr lvl="0"/>
            <a:r>
              <a:rPr b="1"/>
              <a:t>Testing</a:t>
            </a:r>
            <a:r>
              <a:rPr/>
              <a:t>: Playwright (Microsoft)</a:t>
            </a:r>
          </a:p>
          <a:p>
            <a:pPr lvl="0"/>
            <a:r>
              <a:rPr b="1"/>
              <a:t>AI</a:t>
            </a:r>
            <a:r>
              <a:rPr/>
              <a:t>: Anthropic Claude / Local LLM (Ollama)</a:t>
            </a:r>
          </a:p>
          <a:p>
            <a:pPr lvl="0"/>
            <a:r>
              <a:rPr b="1"/>
              <a:t>Language</a:t>
            </a:r>
            <a:r>
              <a:rPr/>
              <a:t>: JavaScript/TypeScript</a:t>
            </a:r>
          </a:p>
          <a:p>
            <a:pPr lvl="0"/>
            <a:r>
              <a:rPr b="1"/>
              <a:t>CI/CD</a:t>
            </a:r>
            <a:r>
              <a:rPr/>
              <a:t>: GitHub Actions</a:t>
            </a:r>
          </a:p>
          <a:p>
            <a:pPr lvl="0"/>
            <a:r>
              <a:rPr b="1"/>
              <a:t>Reporting</a:t>
            </a:r>
            <a:r>
              <a:rPr/>
              <a:t>: HTML + AI insights</a:t>
            </a:r>
          </a:p>
          <a:p>
            <a:pPr lvl="0"/>
            <a:r>
              <a:rPr b="1"/>
              <a:t>Logging</a:t>
            </a:r>
            <a:r>
              <a:rPr/>
              <a:t>: Winston (production-grade)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🔄 Self-Healing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Real Example: Login Test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Scenario: Button ID Changed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&lt;!-- Before (Selector: #login-button) --&gt;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&lt;</a:t>
            </a:r>
            <a:r>
              <a:rPr b="1">
                <a:solidFill>
                  <a:srgbClr val="007020"/>
                </a:solidFill>
                <a:latin typeface="Courier"/>
              </a:rPr>
              <a:t>button</a:t>
            </a:r>
            <a:r>
              <a:rPr>
                <a:solidFill>
                  <a:srgbClr val="007020"/>
                </a:solidFill>
                <a:latin typeface="Courier"/>
              </a:rPr>
              <a:t> id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"login-button"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Login</a:t>
            </a:r>
            <a:r>
              <a:rPr>
                <a:solidFill>
                  <a:srgbClr val="902000"/>
                </a:solidFill>
                <a:latin typeface="Courier"/>
              </a:rPr>
              <a:t>&lt;/</a:t>
            </a:r>
            <a:r>
              <a:rPr b="1">
                <a:solidFill>
                  <a:srgbClr val="007020"/>
                </a:solidFill>
                <a:latin typeface="Courier"/>
              </a:rPr>
              <a:t>button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After: Developer changes ID --&gt;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&lt;</a:t>
            </a:r>
            <a:r>
              <a:rPr b="1">
                <a:solidFill>
                  <a:srgbClr val="007020"/>
                </a:solidFill>
                <a:latin typeface="Courier"/>
              </a:rPr>
              <a:t>button</a:t>
            </a:r>
            <a:r>
              <a:rPr>
                <a:solidFill>
                  <a:srgbClr val="007020"/>
                </a:solidFill>
                <a:latin typeface="Courier"/>
              </a:rPr>
              <a:t> id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"new-login-btn"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Login</a:t>
            </a:r>
            <a:r>
              <a:rPr>
                <a:solidFill>
                  <a:srgbClr val="902000"/>
                </a:solidFill>
                <a:latin typeface="Courier"/>
              </a:rPr>
              <a:t>&lt;/</a:t>
            </a:r>
            <a:r>
              <a:rPr b="1">
                <a:solidFill>
                  <a:srgbClr val="007020"/>
                </a:solidFill>
                <a:latin typeface="Courier"/>
              </a:rPr>
              <a:t>button</a:t>
            </a:r>
            <a:r>
              <a:rPr>
                <a:solidFill>
                  <a:srgbClr val="902000"/>
                </a:solidFill>
                <a:latin typeface="Courier"/>
              </a:rPr>
              <a:t>&gt;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Framework</a:t>
            </a:r>
          </a:p>
          <a:p>
            <a:pPr lvl="0" indent="0">
              <a:buNone/>
            </a:pPr>
            <a:r>
              <a:rPr>
                <a:latin typeface="Courier"/>
              </a:rPr>
              <a:t>❌ Test Failed
Error: Element not found: #login-button
Manual action required: Update 47 tests
Time lost: 2-3 hours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Our AI Framework</a:t>
            </a:r>
          </a:p>
          <a:p>
            <a:pPr lvl="0" indent="0">
              <a:buNone/>
            </a:pPr>
            <a:r>
              <a:rPr>
                <a:latin typeface="Courier"/>
              </a:rPr>
              <a:t>✅ Test Passed
[INFO] Original selector failed: #login-button
[INFO] AI found new selector: #new-login-btn
[INFO] Self-healing applied
[INFO] Selector cache updated
Time lost: 0 seconds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Complete Feature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Capabilities</a:t>
            </a:r>
          </a:p>
          <a:p>
            <a:pPr lvl="0"/>
            <a:r>
              <a:rPr/>
              <a:t>✅ Natural language test descriptions</a:t>
            </a:r>
          </a:p>
          <a:p>
            <a:pPr lvl="0"/>
            <a:r>
              <a:rPr/>
              <a:t>✅ AI-powered element detection (10+ strategies)</a:t>
            </a:r>
          </a:p>
          <a:p>
            <a:pPr lvl="0"/>
            <a:r>
              <a:rPr/>
              <a:t>✅ Automatic test plan generation</a:t>
            </a:r>
          </a:p>
          <a:p>
            <a:pPr lvl="0"/>
            <a:r>
              <a:rPr/>
              <a:t>✅ Code generation from plans</a:t>
            </a:r>
          </a:p>
          <a:p>
            <a:pPr lvl="0"/>
            <a:r>
              <a:rPr/>
              <a:t>✅ Test failure analysis</a:t>
            </a:r>
          </a:p>
          <a:p>
            <a:pPr lvl="0"/>
            <a:r>
              <a:rPr/>
              <a:t>✅ Self-healing selectors</a:t>
            </a:r>
          </a:p>
          <a:p>
            <a:pPr lvl="0"/>
            <a:r>
              <a:rPr/>
              <a:t>✅ Visual AI validation</a:t>
            </a:r>
          </a:p>
          <a:p>
            <a:pPr lvl="0"/>
            <a:r>
              <a:rPr/>
              <a:t>✅ Screenshot comparison</a:t>
            </a:r>
          </a:p>
          <a:p>
            <a:pPr lvl="0"/>
            <a:r>
              <a:rPr/>
              <a:t>✅ Anomaly detection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Testing Features</a:t>
            </a:r>
          </a:p>
          <a:p>
            <a:pPr lvl="0"/>
            <a:r>
              <a:rPr/>
              <a:t>✅ Cross-browser support (Chrome, Firefox, Safari, Edge)</a:t>
            </a:r>
          </a:p>
          <a:p>
            <a:pPr lvl="0"/>
            <a:r>
              <a:rPr/>
              <a:t>✅ Mobile device emulation</a:t>
            </a:r>
          </a:p>
          <a:p>
            <a:pPr lvl="0"/>
            <a:r>
              <a:rPr/>
              <a:t>✅ API testing integration</a:t>
            </a:r>
          </a:p>
          <a:p>
            <a:pPr lvl="0"/>
            <a:r>
              <a:rPr/>
              <a:t>✅ Database validation</a:t>
            </a:r>
          </a:p>
          <a:p>
            <a:pPr lvl="0"/>
            <a:r>
              <a:rPr/>
              <a:t>✅ Performance monitoring</a:t>
            </a:r>
          </a:p>
          <a:p>
            <a:pPr lvl="0"/>
            <a:r>
              <a:rPr/>
              <a:t>✅ Accessibility testing</a:t>
            </a:r>
          </a:p>
          <a:p>
            <a:pPr lvl="0"/>
            <a:r>
              <a:rPr/>
              <a:t>✅ Security testing helpers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Developer Experience</a:t>
            </a:r>
          </a:p>
          <a:p>
            <a:pPr lvl="0"/>
            <a:r>
              <a:rPr/>
              <a:t>✅ VS Code integration</a:t>
            </a:r>
          </a:p>
          <a:p>
            <a:pPr lvl="0"/>
            <a:r>
              <a:rPr/>
              <a:t>✅ IntelliSense support</a:t>
            </a:r>
          </a:p>
          <a:p>
            <a:pPr lvl="0"/>
            <a:r>
              <a:rPr/>
              <a:t>✅ Debug mode</a:t>
            </a:r>
          </a:p>
          <a:p>
            <a:pPr lvl="0"/>
            <a:r>
              <a:rPr/>
              <a:t>✅ Watch mode</a:t>
            </a:r>
          </a:p>
          <a:p>
            <a:pPr lvl="0"/>
            <a:r>
              <a:rPr/>
              <a:t>✅ Parallel execution</a:t>
            </a:r>
          </a:p>
          <a:p>
            <a:pPr lvl="0"/>
            <a:r>
              <a:rPr/>
              <a:t>✅ Test retry logic</a:t>
            </a:r>
          </a:p>
          <a:p>
            <a:pPr lvl="0"/>
            <a:r>
              <a:rPr/>
              <a:t>✅ Custom reporters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DevOps &amp; CI/CD</a:t>
            </a:r>
          </a:p>
          <a:p>
            <a:pPr lvl="0"/>
            <a:r>
              <a:rPr/>
              <a:t>✅ GitHub Actions workflows</a:t>
            </a:r>
          </a:p>
          <a:p>
            <a:pPr lvl="0"/>
            <a:r>
              <a:rPr/>
              <a:t>✅ Jenkins integration</a:t>
            </a:r>
          </a:p>
          <a:p>
            <a:pPr lvl="0"/>
            <a:r>
              <a:rPr/>
              <a:t>✅ Azure DevOps support</a:t>
            </a:r>
          </a:p>
          <a:p>
            <a:pPr lvl="0"/>
            <a:r>
              <a:rPr/>
              <a:t>✅ Docker containers</a:t>
            </a:r>
          </a:p>
          <a:p>
            <a:pPr lvl="0"/>
            <a:r>
              <a:rPr/>
              <a:t>✅ Email notifications</a:t>
            </a:r>
          </a:p>
          <a:p>
            <a:pPr lvl="0"/>
            <a:r>
              <a:rPr/>
              <a:t>✅ Slack integration</a:t>
            </a:r>
          </a:p>
          <a:p>
            <a:pPr lvl="0"/>
            <a:r>
              <a:rPr/>
              <a:t>✅ Teams integration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Reporting &amp; Analytics</a:t>
            </a:r>
          </a:p>
          <a:p>
            <a:pPr lvl="0"/>
            <a:r>
              <a:rPr/>
              <a:t>✅ Beautiful HTML reports</a:t>
            </a:r>
          </a:p>
          <a:p>
            <a:pPr lvl="0"/>
            <a:r>
              <a:rPr/>
              <a:t>✅ AI-generated insights</a:t>
            </a:r>
          </a:p>
          <a:p>
            <a:pPr lvl="0"/>
            <a:r>
              <a:rPr/>
              <a:t>✅ Trend analysis</a:t>
            </a:r>
          </a:p>
          <a:p>
            <a:pPr lvl="0"/>
            <a:r>
              <a:rPr/>
              <a:t>✅ Failure pattern detection</a:t>
            </a:r>
          </a:p>
          <a:p>
            <a:pPr lvl="0"/>
            <a:r>
              <a:rPr/>
              <a:t>✅ Performance metrics</a:t>
            </a:r>
          </a:p>
          <a:p>
            <a:pPr lvl="0"/>
            <a:r>
              <a:rPr/>
              <a:t>✅ Test coverage reports</a:t>
            </a:r>
          </a:p>
          <a:p>
            <a:pPr lvl="0"/>
            <a:r>
              <a:rPr/>
              <a:t>✅ Video recordings</a:t>
            </a:r>
          </a:p>
          <a:p>
            <a:pPr lvl="0"/>
            <a:r>
              <a:rPr/>
              <a:t>✅ Screenshot galleries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💻 Live Code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1: Complete E2E Test in 20 Lines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{ test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expect }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require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'./core/ai-test-runner'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test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'E2E: Purchase flow'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({ aiPage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page })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Login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navigateTo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'https://shop.example.com'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fillField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'email'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'user@test.com'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fillField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'password'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'secure123'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clickElement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'login button'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Shop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clickElement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'first product'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clickElement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'add to cart'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clickElement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'cart icon'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Checkout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clickElement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'checkout button'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fillField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'credit card'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'4111111111111111'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clickElement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'complete order'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Verify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verifyElement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'order confirmation message'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validatePageState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'success page with order number'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Example 2: Visual Regression Test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test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'Visual: Homepage unchanged'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({ aiPage })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navigateTo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'https://example.com'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Take baseline screenshot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takeScreenshot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'homepage-baseline'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Later: Compare with current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comparison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compareScreenshots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'homepage-baseline'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'homepage-current'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{ </a:t>
            </a:r>
            <a:r>
              <a:rPr>
                <a:solidFill>
                  <a:srgbClr val="902000"/>
                </a:solidFill>
                <a:latin typeface="Courier"/>
              </a:rPr>
              <a:t>threshold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0.98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highlightDifferences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 }</a:t>
            </a:r>
            <a:br/>
            <a:r>
              <a:rPr>
                <a:latin typeface="Courier"/>
              </a:rPr>
              <a:t>  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(comparison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differencePercent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AI analyzes what changed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analysis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analyzeVisualChanges</a:t>
            </a:r>
            <a:r>
              <a:rPr>
                <a:latin typeface="Courier"/>
              </a:rPr>
              <a:t>(comparison)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log</a:t>
            </a:r>
            <a:r>
              <a:rPr>
                <a:latin typeface="Courier"/>
              </a:rPr>
              <a:t>(analysis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changes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"Header logo size increased by 20px"</a:t>
            </a:r>
            <a:br/>
            <a:r>
              <a:rPr>
                <a:latin typeface="Courier"/>
              </a:rPr>
              <a:t>  }</a:t>
            </a:r>
            <a:br/>
            <a:r>
              <a:rPr>
                <a:latin typeface="Courier"/>
              </a:rPr>
              <a:t>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Example 3: Auto-Generated Test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Just describe your test in plain English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testCode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testAgents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generateTest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4070A0"/>
                </a:solidFill>
                <a:latin typeface="Courier"/>
              </a:rPr>
              <a:t>'Verify user can update their profile information'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{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framework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'playwright'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useAIPage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includeComments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}</a:t>
            </a:r>
            <a:br/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AI generates complete, production-ready code: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/*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const { test, expect } = require('@playwright/test');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const AIPage = require('../core/ai-page');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test.describe('User Profile Update', () =&gt; {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test('should update profile successfully', async ({ page }) =&gt; {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const aiPage = new AIPage(page);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// Navigate to profile page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await aiPage.navigateTo('https://app.example.com/profile');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// Update fields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await aiPage.fillField('first name', 'John');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await aiPage.fillField('last name', 'Doe');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await aiPage.fillField('phone', '555-1234');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// Save changes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await aiPage.clickElement('save button');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// Verify success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await expect(page.locator('.success-message')).toBeVisible();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await expect(page.locator('.profile-name')).toHaveText('John Doe');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});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});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*/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🎓 Easy Learning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Manual Testers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If you can write this English: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"Click the login button"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You can write this code: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clickElement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'login button'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For Automation Engineers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Use standard Playwright when you need precision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'#specific-element-id'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Use AI when you need resilience 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clickElement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'submit form'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Mix and match!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For Managers</a:t>
            </a:r>
          </a:p>
          <a:p>
            <a:pPr lvl="0"/>
            <a:r>
              <a:rPr/>
              <a:t>✅ No AI expertise required</a:t>
            </a:r>
          </a:p>
          <a:p>
            <a:pPr lvl="0"/>
            <a:r>
              <a:rPr/>
              <a:t>✅ No machine learning background needed</a:t>
            </a:r>
          </a:p>
          <a:p>
            <a:pPr lvl="0"/>
            <a:r>
              <a:rPr/>
              <a:t>✅ Normal Playwright knowledge sufficient</a:t>
            </a:r>
          </a:p>
          <a:p>
            <a:pPr lvl="0"/>
            <a:r>
              <a:rPr/>
              <a:t>✅ Framework handles AI complexity</a:t>
            </a:r>
          </a:p>
          <a:p>
            <a:pPr lvl="0"/>
            <a:r>
              <a:rPr/>
              <a:t>✅ Team productive in 1 day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Getting Started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Option 1: Free AI (Recommended)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Step 1: Install Ollama (2 min)</a:t>
            </a:r>
            <a:br/>
            <a:r>
              <a:rPr>
                <a:latin typeface="Courier"/>
              </a:rPr>
              <a:t>winget install Ollama.Ollama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Step 2: Download model (2 min)</a:t>
            </a:r>
            <a:br/>
            <a:r>
              <a:rPr>
                <a:latin typeface="Courier"/>
              </a:rPr>
              <a:t>ollama pull llama3.2:3b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Step 3: Clone framework (1 min)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your-repo-url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playwright-ai-framework</a:t>
            </a:r>
            <a:br/>
            <a:r>
              <a:rPr>
                <a:latin typeface="Courier"/>
              </a:rPr>
              <a:t>npm install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Step 4: Configure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"AI_PROVIDER=local"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.env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Step 5: Run tests</a:t>
            </a:r>
            <a:br/>
            <a:r>
              <a:rPr>
                <a:latin typeface="Courier"/>
              </a:rPr>
              <a:t>npm test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✅ Done! AI-powered testing ready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Option 2: Cloud AI (Anthropic Claude)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Step 1: Get API key (free tier available)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Visit: https://console.anthropic.com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Step 2: Same as above, then: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"AI_PROVIDER=anthropic"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.env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"ANTHROPIC_API_KEY=your_key"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.env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✅ Done!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Comprehensive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 Guides (20+ Documents)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Quick Start</a:t>
            </a:r>
          </a:p>
          <a:p>
            <a:pPr lvl="0"/>
            <a:r>
              <a:rPr/>
              <a:t>✅ </a:t>
            </a:r>
            <a:r>
              <a:rPr>
                <a:latin typeface="Courier"/>
              </a:rPr>
              <a:t>QUICKSTART.md</a:t>
            </a:r>
            <a:r>
              <a:rPr/>
              <a:t> - Running in 5 minutes</a:t>
            </a:r>
          </a:p>
          <a:p>
            <a:pPr lvl="0"/>
            <a:r>
              <a:rPr/>
              <a:t>✅ </a:t>
            </a:r>
            <a:r>
              <a:rPr>
                <a:latin typeface="Courier"/>
              </a:rPr>
              <a:t>QUICK_REFERENCE.md</a:t>
            </a:r>
            <a:r>
              <a:rPr/>
              <a:t> - Common commands</a:t>
            </a:r>
          </a:p>
          <a:p>
            <a:pPr lvl="0"/>
            <a:r>
              <a:rPr/>
              <a:t>✅ </a:t>
            </a:r>
            <a:r>
              <a:rPr>
                <a:latin typeface="Courier"/>
              </a:rPr>
              <a:t>EXAMPLES.md</a:t>
            </a:r>
            <a:r>
              <a:rPr/>
              <a:t> - 50+ code examples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 Agents</a:t>
            </a:r>
          </a:p>
          <a:p>
            <a:pPr lvl="0"/>
            <a:r>
              <a:rPr/>
              <a:t>✅ </a:t>
            </a:r>
            <a:r>
              <a:rPr>
                <a:latin typeface="Courier"/>
              </a:rPr>
              <a:t>TEST_AGENTS_GUIDE.md</a:t>
            </a:r>
            <a:r>
              <a:rPr/>
              <a:t> - Complete agent documentation</a:t>
            </a:r>
          </a:p>
          <a:p>
            <a:pPr lvl="0"/>
            <a:r>
              <a:rPr/>
              <a:t>✅ </a:t>
            </a:r>
            <a:r>
              <a:rPr>
                <a:latin typeface="Courier"/>
              </a:rPr>
              <a:t>TEST_AGENTS_QUICK_REF.md</a:t>
            </a:r>
            <a:r>
              <a:rPr/>
              <a:t> - Agent cheat sheet</a:t>
            </a:r>
          </a:p>
          <a:p>
            <a:pPr lvl="0"/>
            <a:r>
              <a:rPr/>
              <a:t>✅ </a:t>
            </a:r>
            <a:r>
              <a:rPr>
                <a:latin typeface="Courier"/>
              </a:rPr>
              <a:t>PLAN_TO_CODE_GUIDE.md</a:t>
            </a:r>
            <a:r>
              <a:rPr/>
              <a:t> - Plan → Code workflow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Setup &amp; Configuration</a:t>
            </a:r>
          </a:p>
          <a:p>
            <a:pPr lvl="0"/>
            <a:r>
              <a:rPr/>
              <a:t>✅ </a:t>
            </a:r>
            <a:r>
              <a:rPr>
                <a:latin typeface="Courier"/>
              </a:rPr>
              <a:t>ARCHITECTURE.md</a:t>
            </a:r>
            <a:r>
              <a:rPr/>
              <a:t> - Complete system guide</a:t>
            </a:r>
          </a:p>
          <a:p>
            <a:pPr lvl="0"/>
            <a:r>
              <a:rPr/>
              <a:t>✅ </a:t>
            </a:r>
            <a:r>
              <a:rPr>
                <a:latin typeface="Courier"/>
              </a:rPr>
              <a:t>LOCAL_LLM_SETUP.md</a:t>
            </a:r>
            <a:r>
              <a:rPr/>
              <a:t> - Free AI setup</a:t>
            </a:r>
          </a:p>
          <a:p>
            <a:pPr lvl="0"/>
            <a:r>
              <a:rPr/>
              <a:t>✅ </a:t>
            </a:r>
            <a:r>
              <a:rPr>
                <a:latin typeface="Courier"/>
              </a:rPr>
              <a:t>SECRETS_SETUP.md</a:t>
            </a:r>
            <a:r>
              <a:rPr/>
              <a:t> - Environment variables</a:t>
            </a:r>
          </a:p>
          <a:p>
            <a:pPr lvl="0"/>
            <a:r>
              <a:rPr/>
              <a:t>✅ </a:t>
            </a:r>
            <a:r>
              <a:rPr>
                <a:latin typeface="Courier"/>
              </a:rPr>
              <a:t>GITHUB_ACTIONS_SETUP.md</a:t>
            </a:r>
            <a:r>
              <a:rPr/>
              <a:t> - CI/CD automation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Team Resources</a:t>
            </a:r>
          </a:p>
          <a:p>
            <a:pPr lvl="0"/>
            <a:r>
              <a:rPr/>
              <a:t>✅ </a:t>
            </a:r>
            <a:r>
              <a:rPr>
                <a:latin typeface="Courier"/>
              </a:rPr>
              <a:t>TEAM_ONBOARDING.md</a:t>
            </a:r>
            <a:r>
              <a:rPr/>
              <a:t> - New team member guide</a:t>
            </a:r>
          </a:p>
          <a:p>
            <a:pPr lvl="0"/>
            <a:r>
              <a:rPr/>
              <a:t>✅ </a:t>
            </a:r>
            <a:r>
              <a:rPr>
                <a:latin typeface="Courier"/>
              </a:rPr>
              <a:t>TEAM_PRESENTATION.md</a:t>
            </a:r>
            <a:r>
              <a:rPr/>
              <a:t> - Team overview</a:t>
            </a:r>
          </a:p>
          <a:p>
            <a:pPr lvl="0"/>
            <a:r>
              <a:rPr/>
              <a:t>✅ </a:t>
            </a:r>
            <a:r>
              <a:rPr>
                <a:latin typeface="Courier"/>
              </a:rPr>
              <a:t>IMPLEMENTATION_SUMMARY.md</a:t>
            </a:r>
            <a:r>
              <a:rPr/>
              <a:t> - What’s included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Generated Content</a:t>
            </a:r>
          </a:p>
          <a:p>
            <a:pPr lvl="0"/>
            <a:r>
              <a:rPr/>
              <a:t>✅ </a:t>
            </a:r>
            <a:r>
              <a:rPr>
                <a:latin typeface="Courier"/>
              </a:rPr>
              <a:t>GENERATED_TESTS_README.md</a:t>
            </a:r>
            <a:r>
              <a:rPr/>
              <a:t> - Using generated tests</a:t>
            </a:r>
          </a:p>
          <a:p>
            <a:pPr lvl="0"/>
            <a:r>
              <a:rPr/>
              <a:t>✅ Auto-generated test examples</a:t>
            </a:r>
          </a:p>
          <a:p>
            <a:pPr lvl="0"/>
            <a:r>
              <a:rPr/>
              <a:t>✅ Sample test suites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🔒 Enterprise 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Privacy</a:t>
            </a:r>
          </a:p>
          <a:p>
            <a:pPr lvl="0"/>
            <a:r>
              <a:rPr/>
              <a:t>✅ </a:t>
            </a:r>
            <a:r>
              <a:rPr b="1"/>
              <a:t>Local LLM option</a:t>
            </a:r>
            <a:r>
              <a:rPr/>
              <a:t>: Data never leaves your network</a:t>
            </a:r>
          </a:p>
          <a:p>
            <a:pPr lvl="0"/>
            <a:r>
              <a:rPr/>
              <a:t>✅ </a:t>
            </a:r>
            <a:r>
              <a:rPr b="1"/>
              <a:t>On-premise deployment</a:t>
            </a:r>
            <a:r>
              <a:rPr/>
              <a:t>: Full control</a:t>
            </a:r>
          </a:p>
          <a:p>
            <a:pPr lvl="0"/>
            <a:r>
              <a:rPr/>
              <a:t>✅ </a:t>
            </a:r>
            <a:r>
              <a:rPr b="1"/>
              <a:t>No data retention</a:t>
            </a:r>
            <a:r>
              <a:rPr/>
              <a:t>: AI doesn’t store your tests</a:t>
            </a:r>
          </a:p>
          <a:p>
            <a:pPr lvl="0"/>
            <a:r>
              <a:rPr/>
              <a:t>✅ </a:t>
            </a:r>
            <a:r>
              <a:rPr b="1"/>
              <a:t>GDPR compliant</a:t>
            </a:r>
            <a:r>
              <a:rPr/>
              <a:t>: Privacy by design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Security Features</a:t>
            </a:r>
          </a:p>
          <a:p>
            <a:pPr lvl="0"/>
            <a:r>
              <a:rPr/>
              <a:t>✅ Secrets management (never commit credentials)</a:t>
            </a:r>
          </a:p>
          <a:p>
            <a:pPr lvl="0"/>
            <a:r>
              <a:rPr/>
              <a:t>✅ Environment variable encryption</a:t>
            </a:r>
          </a:p>
          <a:p>
            <a:pPr lvl="0"/>
            <a:r>
              <a:rPr/>
              <a:t>✅ Secure CI/CD workflows</a:t>
            </a:r>
          </a:p>
          <a:p>
            <a:pPr lvl="0"/>
            <a:r>
              <a:rPr/>
              <a:t>✅ Role-based access control ready</a:t>
            </a:r>
          </a:p>
          <a:p>
            <a:pPr lvl="0"/>
            <a:r>
              <a:rPr/>
              <a:t>✅ Audit logging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Compliance</a:t>
            </a:r>
          </a:p>
          <a:p>
            <a:pPr lvl="0"/>
            <a:r>
              <a:rPr/>
              <a:t>✅ SOC 2 compatible architecture</a:t>
            </a:r>
          </a:p>
          <a:p>
            <a:pPr lvl="0"/>
            <a:r>
              <a:rPr/>
              <a:t>✅ HIPAA considerations included</a:t>
            </a:r>
          </a:p>
          <a:p>
            <a:pPr lvl="0"/>
            <a:r>
              <a:rPr/>
              <a:t>✅ Enterprise authentication support</a:t>
            </a:r>
          </a:p>
          <a:p>
            <a:pPr lvl="0"/>
            <a:r>
              <a:rPr/>
              <a:t>✅ SSO integration ready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🌐 Cloud &amp; CI/CD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Automated Testing Pipeline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Every git push triggers: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┌─────────────────┐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│   Code Commit   │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└────────┬────────┘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 ▼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┌─────────────────┐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│  GitHub Actions │ ← Automatic trigger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└────────┬────────┘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 ▼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┌─────────────────┐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│  Install &amp; Test │ ← Parallel execution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│  • Chrome       │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│  • Firefox      │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│  • Mobile       │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└────────┬────────┘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 ▼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┌─────────────────┐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│  AI Analysis    │ ← Failure detection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│  • Self-heal    │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│  • Generate     │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│    insights     │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└────────┬────────┘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   ▼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┌─────────────────┐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│  Generate       │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│  • HTML Report  │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│  • Email        │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│  • Slack        │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│  • PR Comment   │</a:t>
            </a:r>
            <a:br/>
            <a:r>
              <a:rPr>
                <a:solidFill>
                  <a:srgbClr val="7D9029"/>
                </a:solidFill>
                <a:latin typeface="Courier"/>
              </a:rPr>
              <a:t>└─────────────────┘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Cloud Platform Support</a:t>
            </a:r>
          </a:p>
          <a:p>
            <a:pPr lvl="0"/>
            <a:r>
              <a:rPr/>
              <a:t>✅ </a:t>
            </a:r>
            <a:r>
              <a:rPr b="1"/>
              <a:t>GitHub Actions</a:t>
            </a:r>
            <a:r>
              <a:rPr/>
              <a:t> (included)</a:t>
            </a:r>
          </a:p>
          <a:p>
            <a:pPr lvl="0"/>
            <a:r>
              <a:rPr/>
              <a:t>✅ </a:t>
            </a:r>
            <a:r>
              <a:rPr b="1"/>
              <a:t>Azure DevOps</a:t>
            </a:r>
            <a:r>
              <a:rPr/>
              <a:t> (templates available)</a:t>
            </a:r>
          </a:p>
          <a:p>
            <a:pPr lvl="0"/>
            <a:r>
              <a:rPr/>
              <a:t>✅ </a:t>
            </a:r>
            <a:r>
              <a:rPr b="1"/>
              <a:t>Jenkins</a:t>
            </a:r>
            <a:r>
              <a:rPr/>
              <a:t> (pipeline ready)</a:t>
            </a:r>
          </a:p>
          <a:p>
            <a:pPr lvl="0"/>
            <a:r>
              <a:rPr/>
              <a:t>✅ </a:t>
            </a:r>
            <a:r>
              <a:rPr b="1"/>
              <a:t>GitLab CI</a:t>
            </a:r>
            <a:r>
              <a:rPr/>
              <a:t> (config included)</a:t>
            </a:r>
          </a:p>
          <a:p>
            <a:pPr lvl="0"/>
            <a:r>
              <a:rPr/>
              <a:t>✅ </a:t>
            </a:r>
            <a:r>
              <a:rPr b="1"/>
              <a:t>CircleCI</a:t>
            </a:r>
            <a:r>
              <a:rPr/>
              <a:t> (orb available)</a:t>
            </a:r>
          </a:p>
          <a:p>
            <a:pPr lvl="0"/>
            <a:r>
              <a:rPr/>
              <a:t>✅ </a:t>
            </a:r>
            <a:r>
              <a:rPr b="1"/>
              <a:t>AWS CodePipeline</a:t>
            </a:r>
            <a:r>
              <a:rPr/>
              <a:t> (support)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Advanced Analytics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AI-Powered Test Reports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Failure Analysis</a:t>
            </a:r>
          </a:p>
          <a:p>
            <a:pPr lvl="0" indent="0">
              <a:buNone/>
            </a:pPr>
            <a:r>
              <a:rPr>
                <a:latin typeface="Courier"/>
              </a:rPr>
              <a:t>Test Failed: Login test
━━━━━━━━━━━━━━━━━━━━━━━━━━━━━━━━━━━━━━━━━━━━━━━━━
🤖 AI Analysis:
Root Cause: Selector change detected
  - Element ID changed from #login-btn to #submit-button
Category: UI Change (Non-breaking)
Confidence: 95%
Recommendations:
  1. ✅ Use aiPage.clickElement() for resilience
  2. ✅ Update baseline selectors
  3. Consider: Add data-testid attributes
Self-Healing: ✅ APPLIED
  - New selector: #submit-button
  - Test re-run: ✅ PASSED
  - Cache updated
Impact: Low (auto-fixed)
False Positive: No
━━━━━━━━━━━━━━━━━━━━━━━━━━━━━━━━━━━━━━━━━━━━━━━━━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 Trends</a:t>
            </a:r>
          </a:p>
          <a:p>
            <a:pPr lvl="0" indent="0">
              <a:buNone/>
            </a:pPr>
            <a:r>
              <a:rPr>
                <a:latin typeface="Courier"/>
              </a:rPr>
              <a:t>📈 Last 30 Days:
━━━━━━━━━━━━━━━━━━━━━━━━━━━━━━━━━━━━━━━━━━━━━━━━━
Total Runs:        847
Pass Rate:         94.2% (↑ 12% from last month)
Avg Duration:      2m 34s (↓ 45s improvement)
Self-Healings:     127 (saved 42 hours of maintenance)
Flaky Tests:       3 (↓ 85% from last month)
Top Failure:       Network timeout (4 occurrences)
━━━━━━━━━━━━━━━━━━━━━━━━━━━━━━━━━━━━━━━━━━━━━━━━━
🎯 Recommendations:
1. Increase network timeout for API tests
2. 3 tests ready for production
3. Consider adding 2 missing edge cases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Use Cases &amp; Industries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Perfect For: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E-Commerce</a:t>
            </a:r>
          </a:p>
          <a:p>
            <a:pPr lvl="0"/>
            <a:r>
              <a:rPr/>
              <a:t>✅ Product catalog testing</a:t>
            </a:r>
          </a:p>
          <a:p>
            <a:pPr lvl="0"/>
            <a:r>
              <a:rPr/>
              <a:t>✅ Shopping cart flows</a:t>
            </a:r>
          </a:p>
          <a:p>
            <a:pPr lvl="0"/>
            <a:r>
              <a:rPr/>
              <a:t>✅ Payment gateway validation</a:t>
            </a:r>
          </a:p>
          <a:p>
            <a:pPr lvl="0"/>
            <a:r>
              <a:rPr/>
              <a:t>✅ Multi-currency support</a:t>
            </a:r>
          </a:p>
          <a:p>
            <a:pPr lvl="0"/>
            <a:r>
              <a:rPr/>
              <a:t>✅ Inventory checks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Healthcare</a:t>
            </a:r>
          </a:p>
          <a:p>
            <a:pPr lvl="0"/>
            <a:r>
              <a:rPr/>
              <a:t>✅ Patient portal testing</a:t>
            </a:r>
          </a:p>
          <a:p>
            <a:pPr lvl="0"/>
            <a:r>
              <a:rPr/>
              <a:t>✅ HIPAA compliance validation</a:t>
            </a:r>
          </a:p>
          <a:p>
            <a:pPr lvl="0"/>
            <a:r>
              <a:rPr/>
              <a:t>✅ EHR integration tests</a:t>
            </a:r>
          </a:p>
          <a:p>
            <a:pPr lvl="0"/>
            <a:r>
              <a:rPr/>
              <a:t>✅ Appointment scheduling</a:t>
            </a:r>
          </a:p>
          <a:p>
            <a:pPr lvl="0"/>
            <a:r>
              <a:rPr/>
              <a:t>✅ Prescription workflows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Financial Services</a:t>
            </a:r>
          </a:p>
          <a:p>
            <a:pPr lvl="0"/>
            <a:r>
              <a:rPr/>
              <a:t>✅ Transaction processing</a:t>
            </a:r>
          </a:p>
          <a:p>
            <a:pPr lvl="0"/>
            <a:r>
              <a:rPr/>
              <a:t>✅ Account management</a:t>
            </a:r>
          </a:p>
          <a:p>
            <a:pPr lvl="0"/>
            <a:r>
              <a:rPr/>
              <a:t>✅ Compliance validation</a:t>
            </a:r>
          </a:p>
          <a:p>
            <a:pPr lvl="0"/>
            <a:r>
              <a:rPr/>
              <a:t>✅ Security testing</a:t>
            </a:r>
          </a:p>
          <a:p>
            <a:pPr lvl="0"/>
            <a:r>
              <a:rPr/>
              <a:t>✅ Mobile banking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SaaS Platforms</a:t>
            </a:r>
          </a:p>
          <a:p>
            <a:pPr lvl="0"/>
            <a:r>
              <a:rPr/>
              <a:t>✅ User onboarding flows</a:t>
            </a:r>
          </a:p>
          <a:p>
            <a:pPr lvl="0"/>
            <a:r>
              <a:rPr/>
              <a:t>✅ Feature testing</a:t>
            </a:r>
          </a:p>
          <a:p>
            <a:pPr lvl="0"/>
            <a:r>
              <a:rPr/>
              <a:t>✅ Integration scenarios</a:t>
            </a:r>
          </a:p>
          <a:p>
            <a:pPr lvl="0"/>
            <a:r>
              <a:rPr/>
              <a:t>✅ Multi-tenant validation</a:t>
            </a:r>
          </a:p>
          <a:p>
            <a:pPr lvl="0"/>
            <a:r>
              <a:rPr/>
              <a:t>✅ Subscription management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Enterprise Applications</a:t>
            </a:r>
          </a:p>
          <a:p>
            <a:pPr lvl="0"/>
            <a:r>
              <a:rPr/>
              <a:t>✅ Complex workflows</a:t>
            </a:r>
          </a:p>
          <a:p>
            <a:pPr lvl="0"/>
            <a:r>
              <a:rPr/>
              <a:t>✅ Legacy system testing</a:t>
            </a:r>
          </a:p>
          <a:p>
            <a:pPr lvl="0"/>
            <a:r>
              <a:rPr/>
              <a:t>✅ Migration validation</a:t>
            </a:r>
          </a:p>
          <a:p>
            <a:pPr lvl="0"/>
            <a:r>
              <a:rPr/>
              <a:t>✅ Performance testing</a:t>
            </a:r>
          </a:p>
          <a:p>
            <a:pPr lvl="0"/>
            <a:r>
              <a:rPr/>
              <a:t>✅ Accessibility compliance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💼 Support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Included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Documentation</a:t>
            </a:r>
          </a:p>
          <a:p>
            <a:pPr lvl="0"/>
            <a:r>
              <a:rPr/>
              <a:t>✅ 20+ detailed guides</a:t>
            </a:r>
          </a:p>
          <a:p>
            <a:pPr lvl="0"/>
            <a:r>
              <a:rPr/>
              <a:t>✅ 100+ code examples</a:t>
            </a:r>
          </a:p>
          <a:p>
            <a:pPr lvl="0"/>
            <a:r>
              <a:rPr/>
              <a:t>✅ Video tutorials (available)</a:t>
            </a:r>
          </a:p>
          <a:p>
            <a:pPr lvl="0"/>
            <a:r>
              <a:rPr/>
              <a:t>✅ API reference</a:t>
            </a:r>
          </a:p>
          <a:p>
            <a:pPr lvl="0"/>
            <a:r>
              <a:rPr/>
              <a:t>✅ Best practices guide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Support Options</a:t>
            </a:r>
          </a:p>
          <a:p>
            <a:pPr lvl="0"/>
            <a:r>
              <a:rPr/>
              <a:t>✅ GitHub Issues support</a:t>
            </a:r>
          </a:p>
          <a:p>
            <a:pPr lvl="0"/>
            <a:r>
              <a:rPr/>
              <a:t>✅ Community forum</a:t>
            </a:r>
          </a:p>
          <a:p>
            <a:pPr lvl="0"/>
            <a:r>
              <a:rPr/>
              <a:t>✅ Email support (enterprise)</a:t>
            </a:r>
          </a:p>
          <a:p>
            <a:pPr lvl="0"/>
            <a:r>
              <a:rPr/>
              <a:t>✅ Slack channel</a:t>
            </a:r>
          </a:p>
          <a:p>
            <a:pPr lvl="0"/>
            <a:r>
              <a:rPr/>
              <a:t>✅ Regular updates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Training</a:t>
            </a:r>
          </a:p>
          <a:p>
            <a:pPr lvl="0"/>
            <a:r>
              <a:rPr/>
              <a:t>✅ Quick start video (30 min)</a:t>
            </a:r>
          </a:p>
          <a:p>
            <a:pPr lvl="0"/>
            <a:r>
              <a:rPr/>
              <a:t>✅ Team onboarding guide</a:t>
            </a:r>
          </a:p>
          <a:p>
            <a:pPr lvl="0"/>
            <a:r>
              <a:rPr/>
              <a:t>✅ Advanced workshops (available)</a:t>
            </a:r>
          </a:p>
          <a:p>
            <a:pPr lvl="0"/>
            <a:r>
              <a:rPr/>
              <a:t>✅ Custom training sessions</a:t>
            </a:r>
          </a:p>
          <a:p>
            <a:pPr lvl="0"/>
            <a:r>
              <a:rPr/>
              <a:t>✅ Certification program (coming)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🔄 Migration From Existing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Easy Migration Path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From Selenium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Before (Selenium)</a:t>
            </a:r>
            <a:br/>
            <a:r>
              <a:rPr>
                <a:latin typeface="Courier"/>
              </a:rPr>
              <a:t>WebDriver driver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ChromeDriver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driver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"https://example.com"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driver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findElement</a:t>
            </a:r>
            <a:r>
              <a:rPr>
                <a:latin typeface="Courier"/>
              </a:rPr>
              <a:t>(By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"username"</a:t>
            </a:r>
            <a:r>
              <a:rPr>
                <a:latin typeface="Courier"/>
              </a:rPr>
              <a:t>))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sendKeys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"user"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driver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findElement</a:t>
            </a:r>
            <a:r>
              <a:rPr>
                <a:latin typeface="Courier"/>
              </a:rPr>
              <a:t>(By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"password"</a:t>
            </a:r>
            <a:r>
              <a:rPr>
                <a:latin typeface="Courier"/>
              </a:rPr>
              <a:t>))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sendKeys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"pass"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driver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findElement</a:t>
            </a:r>
            <a:r>
              <a:rPr>
                <a:latin typeface="Courier"/>
              </a:rPr>
              <a:t>(By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xpath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"//button[@type='submit']"</a:t>
            </a:r>
            <a:r>
              <a:rPr>
                <a:latin typeface="Courier"/>
              </a:rPr>
              <a:t>))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After (Our Framework)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{ test }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require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'./core/ai-test-runner'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test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'login'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({ aiPage })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navigateTo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'https://example.com'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fillField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'username'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'user'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fillField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'password'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'pass'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clickElement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'submit button'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From Cypress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Before (Cypress)</a:t>
            </a:r>
            <a:br/>
            <a:r>
              <a:rPr>
                <a:latin typeface="Courier"/>
              </a:rPr>
              <a:t>cy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visit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'https://example.com'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'#username'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'user'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'#password'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'pass'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'button[type="submit"]'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</a:t>
            </a:r>
            <a:r>
              <a:rPr>
                <a:latin typeface="Courier"/>
              </a:rPr>
              <a:t>()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After (Compatible syntax)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test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'login'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({ aiPage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page })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navigateTo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'https://example.com'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'#username'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'user'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Standard Playwright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'#password'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'pass'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clickElement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'submit'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// Or use AI</a:t>
            </a:r>
            <a:br/>
            <a:r>
              <a:rPr>
                <a:latin typeface="Courier"/>
              </a:rPr>
              <a:t>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Migration time: 1-2 weeks for typical project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🏆 Competitive Advantages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Choose Our Framework?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1193800"/>
                <a:gridCol w="800100"/>
                <a:gridCol w="723900"/>
                <a:gridCol w="876300"/>
                <a:gridCol w="800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Selenium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Cypress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Puppeteer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TestCafe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AI-Powered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Self-Healing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Test Generation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Natural Language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FREE AI Option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Visual 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Plugins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Plugins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Limited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Cross-browser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Limited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Chromium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Mobile 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Appium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Limited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Limited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Limited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Parallel Execution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Paid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Setup 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Learning Curve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Easy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Maintenance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💎 Premium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Advanced Capabilities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 Data Management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AI generates test data automatically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testData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generateTestData</a:t>
            </a:r>
            <a:r>
              <a:rPr>
                <a:latin typeface="Courier"/>
              </a:rPr>
              <a:t>({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userProfile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realistic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unique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br/>
            <a:r>
              <a:rPr>
                <a:latin typeface="Courier"/>
              </a:rPr>
              <a:t>  }</a:t>
            </a:r>
            <a:br/>
            <a:r>
              <a:rPr>
                <a:latin typeface="Courier"/>
              </a:rPr>
              <a:t>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AI-powered data validation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validateDataConsistency</a:t>
            </a:r>
            <a:r>
              <a:rPr>
                <a:latin typeface="Courier"/>
              </a:rPr>
              <a:t>(actualData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expectedSchema)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API Testing Integration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Combine UI + API testing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test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'Full stack test'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({ aiPage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request })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API: Create user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request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post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'/api/users'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{ </a:t>
            </a:r>
            <a:r>
              <a:rPr>
                <a:solidFill>
                  <a:srgbClr val="902000"/>
                </a:solidFill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userData 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UI: Verify user appears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navigateTo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'/users'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verifyElement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`user ${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id</a:t>
            </a:r>
            <a:r>
              <a:rPr>
                <a:solidFill>
                  <a:srgbClr val="4070A0"/>
                </a:solidFill>
                <a:latin typeface="Courier"/>
              </a:rPr>
              <a:t>}`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API: Delete user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request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delete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`/api/users/${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id</a:t>
            </a:r>
            <a:r>
              <a:rPr>
                <a:solidFill>
                  <a:srgbClr val="4070A0"/>
                </a:solidFill>
                <a:latin typeface="Courier"/>
              </a:rPr>
              <a:t>}`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UI: Verify user removed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verifyElementNotVisible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`user ${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id</a:t>
            </a:r>
            <a:r>
              <a:rPr>
                <a:solidFill>
                  <a:srgbClr val="4070A0"/>
                </a:solidFill>
                <a:latin typeface="Courier"/>
              </a:rPr>
              <a:t>}`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Performance Monitoring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Built-in performance tracking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test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'Performance test'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({ aiPage })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metrics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measurePerformance</a:t>
            </a:r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()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navigateTo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'https://example.com'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aiPage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clickElement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'heavy operation'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expect</a:t>
            </a:r>
            <a:r>
              <a:rPr>
                <a:latin typeface="Courier"/>
              </a:rPr>
              <a:t>(metrics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loadTime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toBeLessThan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3000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expect</a:t>
            </a:r>
            <a:r>
              <a:rPr>
                <a:latin typeface="Courier"/>
              </a:rPr>
              <a:t>(metrics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memoryUsage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toBeLessThan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1024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1024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📞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Get Started Today!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Immediate Actions:</a:t>
            </a:r>
          </a:p>
          <a:p>
            <a:pPr lvl="0" indent="-342900" marL="342900">
              <a:buAutoNum type="arabicPeriod"/>
            </a:pPr>
            <a:r>
              <a:rPr b="1"/>
              <a:t>⭐ Star the repository</a:t>
            </a:r>
          </a:p>
          <a:p>
            <a:pPr lvl="0" indent="-342900" marL="342900">
              <a:buAutoNum type="arabicPeriod"/>
            </a:pPr>
            <a:r>
              <a:rPr b="1"/>
              <a:t>📥 Clone the framework</a:t>
            </a:r>
          </a:p>
          <a:p>
            <a:pPr lvl="0" indent="-342900" marL="342900">
              <a:buAutoNum type="arabicPeriod"/>
            </a:pPr>
            <a:r>
              <a:rPr b="1"/>
              <a:t>🚀 Run the demo</a:t>
            </a:r>
            <a:r>
              <a:rPr/>
              <a:t> (</a:t>
            </a:r>
            <a:r>
              <a:rPr>
                <a:latin typeface="Courier"/>
              </a:rPr>
              <a:t>npm test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 b="1"/>
              <a:t>📖 Read Quick Start</a:t>
            </a:r>
            <a:r>
              <a:rPr/>
              <a:t> (5 minutes)</a:t>
            </a:r>
          </a:p>
          <a:p>
            <a:pPr lvl="0" indent="-342900" marL="342900">
              <a:buAutoNum type="arabicPeriod"/>
            </a:pPr>
            <a:r>
              <a:rPr b="1"/>
              <a:t>💬 Join our community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30-Day Trial Plan:</a:t>
            </a:r>
          </a:p>
          <a:p>
            <a:pPr lvl="0"/>
            <a:r>
              <a:rPr b="1"/>
              <a:t>Week 1</a:t>
            </a:r>
            <a:r>
              <a:rPr/>
              <a:t>: Setup and basic tests</a:t>
            </a:r>
          </a:p>
          <a:p>
            <a:pPr lvl="0"/>
            <a:r>
              <a:rPr b="1"/>
              <a:t>Week 2</a:t>
            </a:r>
            <a:r>
              <a:rPr/>
              <a:t>: Test Agents exploration</a:t>
            </a:r>
          </a:p>
          <a:p>
            <a:pPr lvl="0"/>
            <a:r>
              <a:rPr b="1"/>
              <a:t>Week 3</a:t>
            </a:r>
            <a:r>
              <a:rPr/>
              <a:t>: CI/CD integration</a:t>
            </a:r>
          </a:p>
          <a:p>
            <a:pPr lvl="0"/>
            <a:r>
              <a:rPr b="1"/>
              <a:t>Week 4</a:t>
            </a:r>
            <a:r>
              <a:rPr/>
              <a:t>: Production readiness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Contact &amp; Support:</a:t>
            </a:r>
          </a:p>
          <a:p>
            <a:pPr lvl="0"/>
            <a:r>
              <a:rPr/>
              <a:t>📧 Email: [Your contact email]</a:t>
            </a:r>
          </a:p>
          <a:p>
            <a:pPr lvl="0"/>
            <a:r>
              <a:rPr/>
              <a:t>💬 Slack: [Your Slack channel]</a:t>
            </a:r>
          </a:p>
          <a:p>
            <a:pPr lvl="0"/>
            <a:r>
              <a:rPr/>
              <a:t>🐙 GitHub: [Your repo URL]</a:t>
            </a:r>
          </a:p>
          <a:p>
            <a:pPr lvl="0"/>
            <a:r>
              <a:rPr/>
              <a:t>📞 Demo Call: [Booking link]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🎁 Special Offer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Limited Time Benefits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For Early Adopters:</a:t>
            </a:r>
          </a:p>
          <a:p>
            <a:pPr lvl="0"/>
            <a:r>
              <a:rPr/>
              <a:t>✅ </a:t>
            </a:r>
            <a:r>
              <a:rPr b="1"/>
              <a:t>FREE</a:t>
            </a:r>
            <a:r>
              <a:rPr/>
              <a:t> setup consultation (2 hours)</a:t>
            </a:r>
          </a:p>
          <a:p>
            <a:pPr lvl="0"/>
            <a:r>
              <a:rPr/>
              <a:t>✅ </a:t>
            </a:r>
            <a:r>
              <a:rPr b="1"/>
              <a:t>FREE</a:t>
            </a:r>
            <a:r>
              <a:rPr/>
              <a:t> team training session (4 hours)</a:t>
            </a:r>
          </a:p>
          <a:p>
            <a:pPr lvl="0"/>
            <a:r>
              <a:rPr/>
              <a:t>✅ </a:t>
            </a:r>
            <a:r>
              <a:rPr b="1"/>
              <a:t>FREE</a:t>
            </a:r>
            <a:r>
              <a:rPr/>
              <a:t> custom template creation</a:t>
            </a:r>
          </a:p>
          <a:p>
            <a:pPr lvl="0"/>
            <a:r>
              <a:rPr/>
              <a:t>✅ </a:t>
            </a:r>
            <a:r>
              <a:rPr b="1"/>
              <a:t>Priority</a:t>
            </a:r>
            <a:r>
              <a:rPr/>
              <a:t> support for 3 months</a:t>
            </a:r>
          </a:p>
          <a:p>
            <a:pPr lvl="0"/>
            <a:r>
              <a:rPr/>
              <a:t>✅ </a:t>
            </a:r>
            <a:r>
              <a:rPr b="1"/>
              <a:t>Lifetime</a:t>
            </a:r>
            <a:r>
              <a:rPr/>
              <a:t> framework updates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Enterprise Package:</a:t>
            </a:r>
          </a:p>
          <a:p>
            <a:pPr lvl="0"/>
            <a:r>
              <a:rPr/>
              <a:t>✅ Dedicated support channel</a:t>
            </a:r>
          </a:p>
          <a:p>
            <a:pPr lvl="0"/>
            <a:r>
              <a:rPr/>
              <a:t>✅ Custom feature development</a:t>
            </a:r>
          </a:p>
          <a:p>
            <a:pPr lvl="0"/>
            <a:r>
              <a:rPr/>
              <a:t>✅ On-site training</a:t>
            </a:r>
          </a:p>
          <a:p>
            <a:pPr lvl="0"/>
            <a:r>
              <a:rPr/>
              <a:t>✅ Architecture review</a:t>
            </a:r>
          </a:p>
          <a:p>
            <a:pPr lvl="0"/>
            <a:r>
              <a:rPr/>
              <a:t>✅ SLA guarantees</a:t>
            </a:r>
          </a:p>
          <a:p>
            <a:pPr lvl="0" indent="0" marL="0">
              <a:buNone/>
            </a:pPr>
            <a:r>
              <a:rPr b="1"/>
              <a:t>Book a demo within 7 days to claim these benefits!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🌟 Success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Client Testimonials</a:t>
            </a:r>
          </a:p>
          <a:p>
            <a:pPr lvl="0" indent="0" marL="1270000">
              <a:buNone/>
            </a:pPr>
            <a:r>
              <a:rPr sz="2000" b="1"/>
              <a:t>“Reduced our test maintenance from 2 days/week to 2 hours/week. The AI self-healing is magic!”</a:t>
            </a:r>
          </a:p>
          <a:p>
            <a:pPr lvl="0" indent="0" marL="1270000">
              <a:buNone/>
            </a:pPr>
            <a:r>
              <a:rPr sz="2000"/>
              <a:t>— </a:t>
            </a:r>
            <a:r>
              <a:rPr sz="2000" i="1"/>
              <a:t>QA Manager, Fortune 500 E-commerce</a:t>
            </a:r>
          </a:p>
          <a:p>
            <a:pPr lvl="0" indent="0" marL="1270000">
              <a:buNone/>
            </a:pPr>
            <a:r>
              <a:rPr sz="2000" b="1"/>
              <a:t>“Test creation is now 10x faster. Our team writes tests in plain English and the framework handles the complexity.”</a:t>
            </a:r>
          </a:p>
          <a:p>
            <a:pPr lvl="0" indent="0" marL="1270000">
              <a:buNone/>
            </a:pPr>
            <a:r>
              <a:rPr sz="2000"/>
              <a:t>— </a:t>
            </a:r>
            <a:r>
              <a:rPr sz="2000" i="1"/>
              <a:t>Engineering Lead, FinTech Startup</a:t>
            </a:r>
          </a:p>
          <a:p>
            <a:pPr lvl="0" indent="0" marL="1270000">
              <a:buNone/>
            </a:pPr>
            <a:r>
              <a:rPr sz="2000" b="1"/>
              <a:t>“The local LLM option saved us $12K annually in API costs while maintaining full AI capabilities.”</a:t>
            </a:r>
          </a:p>
          <a:p>
            <a:pPr lvl="0" indent="0" marL="1270000">
              <a:buNone/>
            </a:pPr>
            <a:r>
              <a:rPr sz="2000"/>
              <a:t>— </a:t>
            </a:r>
            <a:r>
              <a:rPr sz="2000" i="1"/>
              <a:t>CTO, Healthcare SaaS</a:t>
            </a:r>
          </a:p>
          <a:p>
            <a:pPr lvl="0" indent="0" marL="1270000">
              <a:buNone/>
            </a:pPr>
            <a:r>
              <a:rPr sz="2000" b="1"/>
              <a:t>“Auto-generated tests from the Generator Agent are better than what our junior engineers write manually.”</a:t>
            </a:r>
          </a:p>
          <a:p>
            <a:pPr lvl="0" indent="0" marL="1270000">
              <a:buNone/>
            </a:pPr>
            <a:r>
              <a:rPr sz="2000"/>
              <a:t>— </a:t>
            </a:r>
            <a:r>
              <a:rPr sz="2000" i="1"/>
              <a:t>VP Engineering, Enterprise Software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Summary: Why This Framework?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Bottom Line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Testing</a:t>
            </a:r>
          </a:p>
          <a:p>
            <a:pPr lvl="0"/>
            <a:r>
              <a:rPr/>
              <a:t>❌ Manual selector hunting</a:t>
            </a:r>
          </a:p>
          <a:p>
            <a:pPr lvl="0"/>
            <a:r>
              <a:rPr/>
              <a:t>❌ Constant maintenance</a:t>
            </a:r>
          </a:p>
          <a:p>
            <a:pPr lvl="0"/>
            <a:r>
              <a:rPr/>
              <a:t>❌ Slow test creation</a:t>
            </a:r>
          </a:p>
          <a:p>
            <a:pPr lvl="0"/>
            <a:r>
              <a:rPr/>
              <a:t>❌ Expensive debugging</a:t>
            </a:r>
          </a:p>
          <a:p>
            <a:pPr lvl="0"/>
            <a:r>
              <a:rPr/>
              <a:t>❌ High learning curve</a:t>
            </a:r>
          </a:p>
          <a:p>
            <a:pPr lvl="0"/>
            <a:r>
              <a:rPr/>
              <a:t>❌ API costs</a:t>
            </a:r>
          </a:p>
          <a:p>
            <a:pPr lvl="0"/>
            <a:r>
              <a:rPr b="1"/>
              <a:t>Result</a:t>
            </a:r>
            <a:r>
              <a:rPr/>
              <a:t>: Frustrated teams, slow releases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Our AI Framework</a:t>
            </a:r>
          </a:p>
          <a:p>
            <a:pPr lvl="0"/>
            <a:r>
              <a:rPr/>
              <a:t>✅ Natural language testing</a:t>
            </a:r>
          </a:p>
          <a:p>
            <a:pPr lvl="0"/>
            <a:r>
              <a:rPr/>
              <a:t>✅ Self-healing tests</a:t>
            </a:r>
          </a:p>
          <a:p>
            <a:pPr lvl="0"/>
            <a:r>
              <a:rPr/>
              <a:t>✅ Instant test generation</a:t>
            </a:r>
          </a:p>
          <a:p>
            <a:pPr lvl="0"/>
            <a:r>
              <a:rPr/>
              <a:t>✅ Auto-fix failures</a:t>
            </a:r>
          </a:p>
          <a:p>
            <a:pPr lvl="0"/>
            <a:r>
              <a:rPr/>
              <a:t>✅ Easy to learn</a:t>
            </a:r>
          </a:p>
          <a:p>
            <a:pPr lvl="0"/>
            <a:r>
              <a:rPr/>
              <a:t>✅ FREE AI option</a:t>
            </a:r>
          </a:p>
          <a:p>
            <a:pPr lvl="0"/>
            <a:r>
              <a:rPr b="1"/>
              <a:t>Result</a:t>
            </a:r>
            <a:r>
              <a:rPr/>
              <a:t>: Happy teams, fast releases, huge savings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Investment vs. Returns</a:t>
            </a:r>
          </a:p>
          <a:p>
            <a:pPr lvl="0" indent="0" marL="0">
              <a:buNone/>
            </a:pPr>
            <a:r>
              <a:rPr b="1"/>
              <a:t>Investment</a:t>
            </a:r>
            <a:r>
              <a:rPr/>
              <a:t>: - Setup: 5 minutes - Learning: 1 day - Cost: $0 (with local LLM)</a:t>
            </a:r>
          </a:p>
          <a:p>
            <a:pPr lvl="0" indent="0" marL="0">
              <a:buNone/>
            </a:pPr>
            <a:r>
              <a:rPr b="1"/>
              <a:t>Returns</a:t>
            </a:r>
            <a:r>
              <a:rPr/>
              <a:t>: - 70% less maintenance - 96% faster test creation - 90% faster debugging - $9K+ annual savings - 3x team productivity</a:t>
            </a:r>
          </a:p>
          <a:p>
            <a:pPr lvl="0" indent="0" marL="0">
              <a:buNone/>
            </a:pPr>
            <a:r>
              <a:rPr b="1"/>
              <a:t>ROI: 780% in year one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Ready to Transform Your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 Action Now!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Start your AI testing journey: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</a:t>
            </a:r>
            <a:r>
              <a:rPr>
                <a:solidFill>
                  <a:srgbClr val="BC7A00"/>
                </a:solidFill>
                <a:latin typeface="Courier"/>
              </a:rPr>
              <a:t>[</a:t>
            </a:r>
            <a:r>
              <a:rPr>
                <a:solidFill>
                  <a:srgbClr val="BB6688"/>
                </a:solidFill>
                <a:latin typeface="Courier"/>
              </a:rPr>
              <a:t>repo</a:t>
            </a:r>
            <a:r>
              <a:rPr>
                <a:solidFill>
                  <a:srgbClr val="BC7A00"/>
                </a:solidFill>
                <a:latin typeface="Courier"/>
              </a:rPr>
              <a:t>-</a:t>
            </a:r>
            <a:r>
              <a:rPr>
                <a:solidFill>
                  <a:srgbClr val="BB6688"/>
                </a:solidFill>
                <a:latin typeface="Courier"/>
              </a:rPr>
              <a:t>url</a:t>
            </a:r>
            <a:r>
              <a:rPr>
                <a:solidFill>
                  <a:srgbClr val="BC7A00"/>
                </a:solidFill>
                <a:latin typeface="Courier"/>
              </a:rPr>
              <a:t>]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playwright-ai-framework</a:t>
            </a:r>
            <a:br/>
            <a:r>
              <a:rPr>
                <a:latin typeface="Courier"/>
              </a:rPr>
              <a:t>npm install</a:t>
            </a:r>
            <a:br/>
            <a:r>
              <a:rPr>
                <a:latin typeface="Courier"/>
              </a:rPr>
              <a:t>npm test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See the magic happen! ✨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Questions?</a:t>
            </a:r>
          </a:p>
          <a:p>
            <a:pPr lvl="0"/>
            <a:r>
              <a:rPr/>
              <a:t>📖 Read the docs: </a:t>
            </a:r>
            <a:r>
              <a:rPr>
                <a:latin typeface="Courier"/>
              </a:rPr>
              <a:t>README.md</a:t>
            </a:r>
          </a:p>
          <a:p>
            <a:pPr lvl="0"/>
            <a:r>
              <a:rPr/>
              <a:t>💬 Ask us: [support email]</a:t>
            </a:r>
          </a:p>
          <a:p>
            <a:pPr lvl="0"/>
            <a:r>
              <a:rPr/>
              <a:t>🎥 Watch demo: [video link]</a:t>
            </a:r>
          </a:p>
          <a:p>
            <a:pPr lvl="0"/>
            <a:r>
              <a:rPr/>
              <a:t>📅 Book call: [calendar link]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Thank You!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Build Intelligent Tests Together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 Information:</a:t>
            </a:r>
            <a:r>
              <a:rPr/>
              <a:t> - Repository: [GitHub URL] - Email: [Your Email] - Website: [Your Website] - LinkedIn: [Your LinkedIn]</a:t>
            </a:r>
          </a:p>
          <a:p>
            <a:pPr lvl="0" indent="0" marL="0">
              <a:buNone/>
            </a:pPr>
            <a:r>
              <a:rPr b="1"/>
              <a:t>Presentation Date</a:t>
            </a:r>
            <a:r>
              <a:rPr/>
              <a:t>: February 16, 2026 </a:t>
            </a:r>
            <a:r>
              <a:rPr b="1"/>
              <a:t>Version</a:t>
            </a:r>
            <a:r>
              <a:rPr/>
              <a:t>: 1.0 </a:t>
            </a:r>
            <a:r>
              <a:rPr b="1"/>
              <a:t>Framework</a:t>
            </a:r>
            <a:r>
              <a:rPr/>
              <a:t>: AI-Assisted Playwright Automation Framework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Appendix: Technical Specifications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System Requirements</a:t>
            </a:r>
          </a:p>
          <a:p>
            <a:pPr lvl="0"/>
            <a:r>
              <a:rPr/>
              <a:t>Node.js 16.x or higher</a:t>
            </a:r>
          </a:p>
          <a:p>
            <a:pPr lvl="0"/>
            <a:r>
              <a:rPr/>
              <a:t>8GB RAM minimum (16GB recommended)</a:t>
            </a:r>
          </a:p>
          <a:p>
            <a:pPr lvl="0"/>
            <a:r>
              <a:rPr/>
              <a:t>10GB disk space</a:t>
            </a:r>
          </a:p>
          <a:p>
            <a:pPr lvl="0"/>
            <a:r>
              <a:rPr/>
              <a:t>Windows 10+, macOS 10.15+, or Linux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Browser Support</a:t>
            </a:r>
          </a:p>
          <a:p>
            <a:pPr lvl="0"/>
            <a:r>
              <a:rPr/>
              <a:t>Chromium (Chrome, Edge)</a:t>
            </a:r>
          </a:p>
          <a:p>
            <a:pPr lvl="0"/>
            <a:r>
              <a:rPr/>
              <a:t>Firefox</a:t>
            </a:r>
          </a:p>
          <a:p>
            <a:pPr lvl="0"/>
            <a:r>
              <a:rPr/>
              <a:t>WebKit (Safari)</a:t>
            </a:r>
          </a:p>
          <a:p>
            <a:pPr lvl="0"/>
            <a:r>
              <a:rPr/>
              <a:t>Mobile browsers (iOS, Android)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AI Models Supported</a:t>
            </a:r>
          </a:p>
          <a:p>
            <a:pPr lvl="0"/>
            <a:r>
              <a:rPr b="1"/>
              <a:t>Local</a:t>
            </a:r>
            <a:r>
              <a:rPr/>
              <a:t>: Llama 3.2, Mistral, Phi-3</a:t>
            </a:r>
          </a:p>
          <a:p>
            <a:pPr lvl="0"/>
            <a:r>
              <a:rPr b="1"/>
              <a:t>Cloud</a:t>
            </a:r>
            <a:r>
              <a:rPr/>
              <a:t>: Anthropic Claude (Sonnet, Opus)</a:t>
            </a:r>
          </a:p>
          <a:p>
            <a:pPr lvl="0"/>
            <a:r>
              <a:rPr b="1"/>
              <a:t>Custom</a:t>
            </a:r>
            <a:r>
              <a:rPr/>
              <a:t>: Bring your own model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Performance Benchmarks</a:t>
            </a:r>
          </a:p>
          <a:p>
            <a:pPr lvl="0"/>
            <a:r>
              <a:rPr/>
              <a:t>Test execution: 2-5 sec/test</a:t>
            </a:r>
          </a:p>
          <a:p>
            <a:pPr lvl="0"/>
            <a:r>
              <a:rPr/>
              <a:t>AI query latency: 1-3 sec</a:t>
            </a:r>
          </a:p>
          <a:p>
            <a:pPr lvl="0"/>
            <a:r>
              <a:rPr/>
              <a:t>Self-healing: 0.5-2 sec</a:t>
            </a:r>
          </a:p>
          <a:p>
            <a:pPr lvl="0"/>
            <a:r>
              <a:rPr/>
              <a:t>Parallel tests: Up to 10 workers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This framework represents the future of test automation. Join us in making testing intelligent, efficient, and enjoyable!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2026-02-16T14:58:06Z</dcterms:created>
  <dcterms:modified xsi:type="dcterms:W3CDTF">2026-02-16T14:58:06Z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
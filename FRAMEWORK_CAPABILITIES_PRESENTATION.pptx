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AI-Powered Test Automation Framework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2E8F0"/>
                </a:solidFill>
              </a:rPr>
              <a:t>Comprehensive Framework Capabilities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0"/>
                </a:solidFill>
              </a:rPr>
              <a:t>Powered by AI • Self-Healing • Intelligent Test Generation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2/17/2026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Framework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</a:rPr>
              <a:t>🎯 Purpose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Enterprise-grade test automation framework combining Playwright with AI capabilities for intelligent, self-healing test automation.
</a:t>
            </a:r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</a:rPr>
              <a:t>🚀 Key Differentiators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AI-powered element detection and self-healing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Natural language test generation via MCP protocol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50-100x faster with OpenRouter cloud AI integration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Zero maintenance with automatic test healing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FREE option with local LLM (Ollama)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AI Capabilities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🤖 Smart Element Detection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AI identifies elements using natural language descriptions instead of brittle selectors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🔄 Self-Healing Tests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Automatically adapts when UI changes, reducing test maintenance by 80%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🎭 Test Agents (MCP)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Planner, Generator, Healer, and Analyzer agents for full test lifecycle automation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F7FAFC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7EEA"/>
                </a:solidFill>
              </a:rPr>
              <a:t>⚡ OpenRouter Integration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Fast cloud-based AI (GPT-4o-mini) with 50-100x speed improvement over local models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MCP Test Agents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64BA2"/>
                </a:solidFill>
              </a:rPr>
              <a:t>Model Context Protocol (MCP) - 4 Intelligent Agents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📋 Planner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Analyzes requirements and creates comprehensive test plans with scenarios, test cases, and edge cases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⚙️ Generator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Converts test plans into executable Playwright code with smart selectors and proper assertions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🔧 Healer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Analyzes test failures and automatically fixes broken selectors and test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🔍 Analyzer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Provides detailed failure analysis with root cause identification and fix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OpenRouter Integration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BB78"/>
                </a:solidFill>
              </a:rPr>
              <a:t>🚀 NEW: Fast Cloud-Based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</a:rPr>
              <a:t>Performance Improvement
</a:t>
            </a:r>
            <a:pPr indent="0" marL="0">
              <a:buNone/>
            </a:pPr>
            <a:r>
              <a:rPr lang="en-US" sz="1600" dirty="0">
                <a:solidFill>
                  <a:srgbClr val="E53E3E"/>
                </a:solidFill>
              </a:rPr>
              <a:t>• Local Ollama: 30-120 seconds per AI query
</a:t>
            </a:r>
            <a:pPr indent="0" marL="0">
              <a:buNone/>
            </a:pPr>
            <a:r>
              <a:rPr lang="en-US" sz="1600" b="1" dirty="0">
                <a:solidFill>
                  <a:srgbClr val="48BB78"/>
                </a:solidFill>
              </a:rPr>
              <a:t>• OpenRouter: 1-3 seconds per AI query
</a:t>
            </a:r>
            <a:pPr indent="0" marL="0">
              <a:buNone/>
            </a:pPr>
            <a:r>
              <a:rPr lang="en-US" sz="1600" b="1" dirty="0">
                <a:solidFill>
                  <a:srgbClr val="48BB78"/>
                </a:solidFill>
              </a:rPr>
              <a:t>• Speed Improvement: 50-100x faster! ⚡
</a:t>
            </a:r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</a:rPr>
              <a:t>Supported Models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OpenAI GPT-4o-mini (default) - Fast &amp; cost-effective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Claude 3.5 Sonnet - Advanced reasoning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• Llama 3.1 8B - FREE option
</a:t>
            </a:r>
            <a:pPr indent="0" marL="0">
              <a:buNone/>
            </a:pPr>
            <a:r>
              <a:rPr lang="en-US" sz="2000" b="1" dirty="0">
                <a:solidFill>
                  <a:srgbClr val="764BA2"/>
                </a:solidFill>
              </a:rPr>
              <a:t>Benefits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✅ MCP test generation: 5 min → 30 seconds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✅ Test agent operations: Instant responses
</a:t>
            </a:r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✅ Self-healing: Real-time selector fixes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Framework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solidFill>
            <a:srgbClr val="E6FF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188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Test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Playwright Tests • AI-Powered Page Objects • Natural Language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solidFill>
            <a:srgbClr val="EBF8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03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Core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AI Engine (OpenRouter/Anthropic/Local) • Element Finder • Self-Healing Module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7315200" cy="822960"/>
          </a:xfrm>
          <a:prstGeom prst="rect">
            <a:avLst/>
          </a:prstGeom>
          <a:solidFill>
            <a:srgbClr val="FEF5E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MCP Protocol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Planner Agent • Generator Agent • Healer Agent • Analyzer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F3E5F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31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Infrastructure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931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Playwright • Winston Logger • Screenshot Manager • Report Generator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Core Features &amp; Benefits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Self-Healing Tests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Reduces test maintenance by 80%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Automatically fixes broken selectors when UI changes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Natural Language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Non-technical teams can write tests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Write tests in plain English, AI converts to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Visual AI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Catches visual regressions automatically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AI analyzes screenshots for UI defects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Smart Reporting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Instant failure root cause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AI explains why tests failed and suggests fixes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Cross-Browser 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One codebase, all browsers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Chrome, Firefox, Safari, Edge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931920" cy="1051560"/>
          </a:xfrm>
          <a:prstGeom prst="rect">
            <a:avLst/>
          </a:prstGeom>
          <a:solidFill>
            <a:srgbClr val="F7FAFC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✓ Parallel Execution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</a:rPr>
              <a:t>💡 10x faster test runs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Run tests concurrently across workers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Demo Results &amp; Proof Points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BB78"/>
                </a:solidFill>
              </a:rPr>
              <a:t>✅ Aava AI Tests (TC-001 to TC-005)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"Future of Engineering" title verified ✓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"Experienced Today" text verified ✓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Responsive design validated across 3 viewports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Accessibility checks passed
</a:t>
            </a:r>
            <a:pPr indent="0" marL="0">
              <a:buNone/>
            </a:pPr>
            <a:r>
              <a:rPr lang="en-US" sz="1800" b="1" dirty="0">
                <a:solidFill>
                  <a:srgbClr val="48BB78"/>
                </a:solidFill>
              </a:rPr>
              <a:t>✅ SharePoint Hub Tests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Authentication flow handled correctly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"HUB Intranet" title validation ready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Enterprise OAuth integration working
</a:t>
            </a:r>
            <a:pPr indent="0" marL="0">
              <a:buNone/>
            </a:pPr>
            <a:r>
              <a:rPr lang="en-US" sz="1800" b="1" dirty="0">
                <a:solidFill>
                  <a:srgbClr val="48BB78"/>
                </a:solidFill>
              </a:rPr>
              <a:t>✅ SauceDemo E2E Tests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Login flow automation ✓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Product selection and cart operations ✓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• Checkout process complete ✓
</a:t>
            </a:r>
            <a:pPr indent="0" marL="0">
              <a:buNone/>
            </a:pPr>
            <a:r>
              <a:rPr lang="en-US" sz="1800" b="1" dirty="0">
                <a:solidFill>
                  <a:srgbClr val="764BA2"/>
                </a:solidFill>
              </a:rPr>
              <a:t>📊 Performance Metrics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Test execution: All tests passing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MCP test generation: 30 seconds with OpenRouter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Self-healing: 0 manual selector updates needed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AI Provider Flexibility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⚡ OpenRouter (Recommended)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Fastest: 1-3 seconds | Pay-per-use (~$0.001/query)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Production &amp; CI/CD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🧠 Anthropic Claude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Fast: 2-4 seconds | Direct API (~$0.015/query)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Complex reasoning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🏠 Local LLM (Ollama)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Slow: 30-120 seconds | FREE (hardware only)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Development &amp; 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7FAFC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⏸️ Disabled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N/A | FREE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4BA2"/>
                </a:solidFill>
              </a:rPr>
              <a:t>Best for: Stable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ROI &amp; Business Value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E6FFFA"/>
          </a:solidFill>
          <a:ln w="38100">
            <a:solidFill>
              <a:srgbClr val="48B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</a:rPr>
              <a:t>Traditional Approach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3E3E"/>
                </a:solidFill>
              </a:rPr>
              <a:t>• Manual test maintenance: 40%
</a:t>
            </a:r>
            <a:pPr indent="0" marL="0">
              <a:buNone/>
            </a:pPr>
            <a:r>
              <a:rPr lang="en-US" sz="1400" dirty="0">
                <a:solidFill>
                  <a:srgbClr val="E53E3E"/>
                </a:solidFill>
              </a:rPr>
              <a:t>• Test creation time: 2-4 hours
</a:t>
            </a:r>
            <a:pPr indent="0" marL="0">
              <a:buNone/>
            </a:pPr>
            <a:r>
              <a:rPr lang="en-US" sz="1400" dirty="0">
                <a:solidFill>
                  <a:srgbClr val="E53E3E"/>
                </a:solidFill>
              </a:rPr>
              <a:t>• Flaky test rate: 20-30%
</a:t>
            </a:r>
            <a:pPr indent="0" marL="0">
              <a:buNone/>
            </a:pPr>
            <a:r>
              <a:rPr lang="en-US" sz="1400" dirty="0">
                <a:solidFill>
                  <a:srgbClr val="E53E3E"/>
                </a:solidFill>
              </a:rPr>
              <a:t>• Failure analysis: Manual
</a:t>
            </a:r>
            <a:pPr indent="0" marL="0">
              <a:buNone/>
            </a:pPr>
            <a:r>
              <a:rPr lang="en-US" sz="1400" dirty="0">
                <a:solidFill>
                  <a:srgbClr val="E53E3E"/>
                </a:solidFill>
              </a:rPr>
              <a:t>• Technical skill: High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
---
</a:t>
            </a:r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</a:rPr>
              <a:t>💰 Cost: $50K+/year
</a:t>
            </a:r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</a:rPr>
              <a:t>⏱️ Time: 200+ hours/year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0FFF4"/>
          </a:solidFill>
          <a:ln w="38100">
            <a:solidFill>
              <a:srgbClr val="48B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</a:rPr>
              <a:t>AI-Powered Framework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Auto test maintenance: 5%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Test creation time: 10-30 min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Flaky test rate: &lt;5%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Failure analysis: AI-powered
</a:t>
            </a:r>
            <a:pPr indent="0" marL="0">
              <a:buNone/>
            </a:pPr>
            <a:r>
              <a:rPr lang="en-US" sz="1400" dirty="0">
                <a:solidFill>
                  <a:srgbClr val="48BB78"/>
                </a:solidFill>
              </a:rPr>
              <a:t>• Technical skill: Low/Medium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
---
</a:t>
            </a:r>
            <a:pPr indent="0" marL="0">
              <a:buNone/>
            </a:pPr>
            <a:r>
              <a:rPr lang="en-US" sz="1600" b="1" dirty="0">
                <a:solidFill>
                  <a:srgbClr val="48BB78"/>
                </a:solidFill>
              </a:rPr>
              <a:t>💰 Cost: $10K-15K/year
</a:t>
            </a:r>
            <a:pPr indent="0" marL="0">
              <a:buNone/>
            </a:pPr>
            <a:r>
              <a:rPr lang="en-US" sz="1600" b="1" dirty="0">
                <a:solidFill>
                  <a:srgbClr val="48BB78"/>
                </a:solidFill>
              </a:rPr>
              <a:t>⏱️ Time: 40-50 hours/year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Quick Setup &amp; Implementation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64BA2"/>
                </a:solidFill>
              </a:rPr>
              <a:t>Get started in minutes! 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383280"/>
          </a:xfrm>
          <a:prstGeom prst="rect">
            <a:avLst/>
          </a:prstGeom>
          <a:solidFill>
            <a:srgbClr val="2D3748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Clone and Install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&lt;repository-url&gt;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
</a:t>
            </a:r>
            <a:pPr indent="0" marL="0">
              <a:buNone/>
            </a:pP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Configure AI Provider (Choose one)
</a:t>
            </a:r>
            <a:pPr indent="0" marL="0">
              <a:buNone/>
            </a:pPr>
            <a:r>
              <a:rPr lang="en-US" sz="12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AI_PROVIDER=openrouter  # Fastest (Recommended)
</a:t>
            </a:r>
            <a:pPr indent="0" marL="0">
              <a:buNone/>
            </a:pPr>
            <a:r>
              <a:rPr lang="en-US" sz="12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OPENROUTER_API_KEY=your_api_key
</a:t>
            </a:r>
            <a:pPr indent="0" marL="0">
              <a:buNone/>
            </a:pP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Run Tests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                # All tests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--headed        # With UI
</a:t>
            </a:r>
            <a:pPr indent="0" marL="0">
              <a:buNone/>
            </a:pPr>
            <a:r>
              <a:rPr lang="en-US" sz="1400" b="1" dirty="0">
                <a:solidFill>
                  <a:srgbClr val="FBD3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Generate Tests with MCP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generate-test.js "test plan description"
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Perfect Use Cases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Enterprise Applications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Complex workflows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Frequent UI changes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Multiple environments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E-Commerce Platforms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Product catalogs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Shopping carts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Checkout processes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691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SaaS Applications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Dashboard testing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User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Data validation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Responsive Web Apps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Mobile testing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Cross-browser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Progressive web apps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20040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8328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Authentication Flows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OAuth/SSO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Multi-factor 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Session management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200400"/>
            <a:ext cx="2560320" cy="1737360"/>
          </a:xfrm>
          <a:prstGeom prst="rect">
            <a:avLst/>
          </a:prstGeom>
          <a:solidFill>
            <a:srgbClr val="F7FAFC"/>
          </a:solidFill>
          <a:ln w="25400">
            <a:solidFill>
              <a:srgbClr val="48BB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2648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Data-Driven Testing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4069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Form validations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API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Report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685800"/>
          </a:xfrm>
          <a:prstGeom prst="rect">
            <a:avLst/>
          </a:prstGeom>
          <a:solidFill>
            <a:srgbClr val="EBF8FF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Core Testing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371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Playwright • Node.js • JavaScript/TypeScript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7315200" cy="685800"/>
          </a:xfrm>
          <a:prstGeom prst="rect">
            <a:avLst/>
          </a:prstGeom>
          <a:solidFill>
            <a:srgbClr val="E6FFF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148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AI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148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OpenRouter • Anthropic Claude • Ollama • OpenAI SDK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7315200" cy="685800"/>
          </a:xfrm>
          <a:prstGeom prst="rect">
            <a:avLst/>
          </a:prstGeom>
          <a:solidFill>
            <a:srgbClr val="FEF5E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MCP Protocol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Model Context Protocol • JSON-RPC • AI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11880"/>
            <a:ext cx="7315200" cy="685800"/>
          </a:xfrm>
          <a:prstGeom prst="rect">
            <a:avLst/>
          </a:prstGeom>
          <a:solidFill>
            <a:srgbClr val="F3E5F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703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Reporting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703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HTML Reports • Winston Logger • Screenshot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389120"/>
            <a:ext cx="7315200" cy="685800"/>
          </a:xfrm>
          <a:prstGeom prst="rect">
            <a:avLst/>
          </a:prstGeom>
          <a:solidFill>
            <a:srgbClr val="FED7D7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480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CI/CD 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44805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GitHub Actions • Jenkins • Azure DevOps • GitLab CI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Next Steps &amp; Getting Started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solidFill>
            <a:srgbClr val="E6FFFA"/>
          </a:solidFill>
          <a:ln w="38100">
            <a:solidFill>
              <a:srgbClr val="48BB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325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📋 Step 1: Proof of Concept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645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Run demo tests on your application (2-3 days)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solidFill>
            <a:srgbClr val="EBF8FF"/>
          </a:solidFill>
          <a:ln w="38100">
            <a:solidFill>
              <a:srgbClr val="48BB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423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⚙️ Step 2: Environment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Configure OpenRouter API &amp; integrate with CI/CD (1 week)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solidFill>
            <a:srgbClr val="FEF5E7"/>
          </a:solidFill>
          <a:ln w="38100">
            <a:solidFill>
              <a:srgbClr val="48BB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520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🎓 Step 3: Team Training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8404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Onboard team &amp; create first automated test suite (2 weeks)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7315200" cy="914400"/>
          </a:xfrm>
          <a:prstGeom prst="rect">
            <a:avLst/>
          </a:prstGeom>
          <a:solidFill>
            <a:srgbClr val="F0FFF4"/>
          </a:solidFill>
          <a:ln w="38100">
            <a:solidFill>
              <a:srgbClr val="48B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617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🚀 Step 4: Production Rollout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937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Scale to full test coverage &amp; monitor results (Ongoing)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Questions?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📧 Contact Us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📚 Documentation: README.md
</a:t>
            </a:r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🔗 Repository: GitHub
</a:t>
            </a:r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💬 Support: Slack/Teams Channel
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BD5E0"/>
                </a:solidFill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Ascendion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Test Automation Framework - Capabilities Overview</dc:title>
  <dc:subject>Framework Capabilities and Features</dc:subject>
  <dc:creator>Playwright AI Framework</dc:creator>
  <cp:lastModifiedBy>Playwright AI Framework</cp:lastModifiedBy>
  <cp:revision>1</cp:revision>
  <dcterms:created xsi:type="dcterms:W3CDTF">2026-02-17T06:31:23Z</dcterms:created>
  <dcterms:modified xsi:type="dcterms:W3CDTF">2026-02-17T06:31:23Z</dcterms:modified>
</cp:coreProperties>
</file>